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</a:t>
            </a:r>
            <a:r>
              <a:rPr lang="en-US" sz="1600" b="1"/>
              <a:t>So, </a:t>
            </a:r>
            <a:r>
              <a:rPr lang="en-US" sz="1600" b="1" dirty="0"/>
              <a:t>it starts trying to DISCOVER houses which they can then explore.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203</Words>
  <Application>Microsoft Office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4</cp:revision>
  <dcterms:created xsi:type="dcterms:W3CDTF">2021-12-17T12:45:32Z</dcterms:created>
  <dcterms:modified xsi:type="dcterms:W3CDTF">2026-05-31T13:20:54Z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