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USE IMAGES/GIFS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350171" y="3209605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7ED8C-910F-DA03-47CA-72F93D9CBA04}"/>
              </a:ext>
            </a:extLst>
          </p:cNvPr>
          <p:cNvSpPr txBox="1"/>
          <p:nvPr/>
        </p:nvSpPr>
        <p:spPr>
          <a:xfrm>
            <a:off x="5724206" y="4834572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SFMono-Regular"/>
              </a:rPr>
              <a:t>The survivor would often get stuck in the visited house range AFTER </a:t>
            </a:r>
            <a:r>
              <a:rPr lang="en-GB" b="0" i="0" dirty="0" err="1">
                <a:effectLst/>
                <a:latin typeface="SFMono-Regular"/>
              </a:rPr>
              <a:t>MoveTo</a:t>
            </a:r>
            <a:r>
              <a:rPr lang="en-GB" b="0" i="0" dirty="0">
                <a:effectLst/>
                <a:latin typeface="SFMono-Regular"/>
              </a:rPr>
              <a:t> has already returned succeeded for the </a:t>
            </a:r>
            <a:r>
              <a:rPr lang="en-GB" b="0" i="0" dirty="0" err="1">
                <a:effectLst/>
                <a:latin typeface="SFMono-Regular"/>
              </a:rPr>
              <a:t>InvestigateHouse</a:t>
            </a:r>
            <a:r>
              <a:rPr lang="en-GB" b="0" i="0" dirty="0">
                <a:effectLst/>
                <a:latin typeface="SFMono-Regular"/>
              </a:rPr>
              <a:t> sequence. This made the survivor stuck infinitely. Now a Stuck Check is added with an interval that marks the investigated house as visited and moves on.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497</Words>
  <Application>Microsoft Office PowerPoint</Application>
  <PresentationFormat>Widescreen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JetBrains Mono</vt:lpstr>
      <vt:lpstr>SFMono-Regular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8</cp:revision>
  <dcterms:created xsi:type="dcterms:W3CDTF">2021-12-17T12:45:32Z</dcterms:created>
  <dcterms:modified xsi:type="dcterms:W3CDTF">2026-06-01T12:00:26Z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