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05/31/2026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USE IMAGES/GIFS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GB" sz="1600" b="1" dirty="0"/>
              <a:t>Implemented the alternative for Handle Sight - Handle Damage:</a:t>
            </a:r>
          </a:p>
          <a:p>
            <a:pPr marL="0" indent="0">
              <a:buNone/>
            </a:pPr>
            <a:r>
              <a:rPr lang="en-GB" sz="1600" b="1" dirty="0"/>
              <a:t>since only zombies can damage survivor, simply record and/or add the Zombie in the memory array.</a:t>
            </a:r>
          </a:p>
          <a:p>
            <a:pPr marL="0" indent="0">
              <a:buNone/>
            </a:pPr>
            <a:r>
              <a:rPr lang="en-GB" sz="1600" b="1" dirty="0"/>
              <a:t>-------------------------------------</a:t>
            </a:r>
          </a:p>
          <a:p>
            <a:pPr marL="0" indent="0">
              <a:buNone/>
            </a:pPr>
            <a:r>
              <a:rPr lang="en-GB" sz="1600" b="1" dirty="0"/>
              <a:t>Refresh World Memory is currently being called in an interval using a timer. </a:t>
            </a:r>
          </a:p>
          <a:p>
            <a:pPr marL="0" indent="0">
              <a:buNone/>
            </a:pPr>
            <a:r>
              <a:rPr lang="en-GB" sz="1600" b="1" dirty="0"/>
              <a:t>The logic itself is:</a:t>
            </a:r>
          </a:p>
          <a:p>
            <a:pPr marL="0" indent="0">
              <a:buNone/>
            </a:pPr>
            <a:r>
              <a:rPr lang="en-GB" sz="1600" b="1" dirty="0"/>
              <a:t>1. Remove old/stagnant memory for zombies, items and houses</a:t>
            </a:r>
          </a:p>
          <a:p>
            <a:pPr marL="0" indent="0">
              <a:buNone/>
            </a:pPr>
            <a:r>
              <a:rPr lang="en-GB" sz="1600" b="1" dirty="0"/>
              <a:t>2. Update Houses visited flag</a:t>
            </a:r>
          </a:p>
          <a:p>
            <a:pPr marL="0" indent="0">
              <a:buNone/>
            </a:pPr>
            <a:r>
              <a:rPr lang="en-GB" sz="1600" b="1" dirty="0"/>
              <a:t>3. Write to Blackboard</a:t>
            </a:r>
            <a:endParaRPr lang="en-US" sz="1600" b="1" dirty="0"/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319</Words>
  <Application>Microsoft Office PowerPoint</Application>
  <PresentationFormat>Widescreen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6</cp:revision>
  <dcterms:created xsi:type="dcterms:W3CDTF">2021-12-17T12:45:32Z</dcterms:created>
  <dcterms:modified xsi:type="dcterms:W3CDTF">2026-05-31T15:53:50Z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