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258118" y="2780021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FA1107-B0DD-445B-EB4B-A1EF37F4EB91}"/>
              </a:ext>
            </a:extLst>
          </p:cNvPr>
          <p:cNvSpPr txBox="1"/>
          <p:nvPr/>
        </p:nvSpPr>
        <p:spPr>
          <a:xfrm>
            <a:off x="730293" y="3479630"/>
            <a:ext cx="8665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Weapons fire along the forward vector, zombies need to be “faced” so we use the FACE steering Behaviour.</a:t>
            </a:r>
          </a:p>
          <a:p>
            <a:r>
              <a:rPr lang="en-GB" dirty="0"/>
              <a:t>Evade/Flee will also be useful for close range kiting.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64C4A-320B-31A3-68E5-3844BD49CF61}"/>
              </a:ext>
            </a:extLst>
          </p:cNvPr>
          <p:cNvSpPr txBox="1"/>
          <p:nvPr/>
        </p:nvSpPr>
        <p:spPr>
          <a:xfrm>
            <a:off x="1219712" y="4828296"/>
            <a:ext cx="60970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FSM is the perfect fit for Aim and Fire + back off when cornered + re-aim when zombie moves combat logic!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EE9F25-7D4F-5BED-CF2E-916834DA9E2F}"/>
              </a:ext>
            </a:extLst>
          </p:cNvPr>
          <p:cNvSpPr txBox="1"/>
          <p:nvPr/>
        </p:nvSpPr>
        <p:spPr>
          <a:xfrm>
            <a:off x="5736480" y="21139"/>
            <a:ext cx="60970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FSM Instance is Built and Started in the Task Enter.</a:t>
            </a:r>
          </a:p>
          <a:p>
            <a:r>
              <a:rPr lang="LID4096" dirty="0"/>
              <a:t>FSM Instance is Ticked in Task Tick.</a:t>
            </a:r>
          </a:p>
          <a:p>
            <a:r>
              <a:rPr lang="LID4096" dirty="0"/>
              <a:t>FSM Instance is stopped in Task Abort and Task End.</a:t>
            </a:r>
          </a:p>
          <a:p>
            <a:r>
              <a:rPr lang="LID4096" dirty="0"/>
              <a:t>-------------------------------------</a:t>
            </a:r>
          </a:p>
          <a:p>
            <a:r>
              <a:rPr lang="LID4096" dirty="0"/>
              <a:t>Combat States are assigned Transitions which constantly check the distance between Survivor and Threat. </a:t>
            </a: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F3CD0-8532-CDD3-3437-B03ABB00E8A3}"/>
              </a:ext>
            </a:extLst>
          </p:cNvPr>
          <p:cNvSpPr txBox="1"/>
          <p:nvPr/>
        </p:nvSpPr>
        <p:spPr>
          <a:xfrm>
            <a:off x="127343" y="4184551"/>
            <a:ext cx="62228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i="0" dirty="0">
                <a:effectLst/>
                <a:latin typeface="SFMono-Regular"/>
              </a:rPr>
              <a:t>Making use of the BT Task class - Use Item of Type, we set the HIGHEST priority node in the whole BT to be Emergency Heal, the condition being HealthPct &lt;= 0.3. Next is Combat which we already did. But after that comes Eat when Tired which is again if StaminaPct &lt;= 0.3 -&gt; Use Item of Type: Food. The final new addition is the Task Drop Empty Weapon which comes before Loot and internally returns Success if: - has weapon of Pistol or/and Shotgun - weapon's Item value &lt;= 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7ED8C-910F-DA03-47CA-72F93D9CBA04}"/>
              </a:ext>
            </a:extLst>
          </p:cNvPr>
          <p:cNvSpPr txBox="1"/>
          <p:nvPr/>
        </p:nvSpPr>
        <p:spPr>
          <a:xfrm>
            <a:off x="5724206" y="4834572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SFMono-Regular"/>
              </a:rPr>
              <a:t>The survivor would often get stuck in the visited house range AFTER </a:t>
            </a:r>
            <a:r>
              <a:rPr lang="en-GB" b="0" i="0" dirty="0" err="1">
                <a:effectLst/>
                <a:latin typeface="SFMono-Regular"/>
              </a:rPr>
              <a:t>MoveTo</a:t>
            </a:r>
            <a:r>
              <a:rPr lang="en-GB" b="0" i="0" dirty="0">
                <a:effectLst/>
                <a:latin typeface="SFMono-Regular"/>
              </a:rPr>
              <a:t> has already returned succeeded for the </a:t>
            </a:r>
            <a:r>
              <a:rPr lang="en-GB" b="0" i="0" dirty="0" err="1">
                <a:effectLst/>
                <a:latin typeface="SFMono-Regular"/>
              </a:rPr>
              <a:t>InvestigateHouse</a:t>
            </a:r>
            <a:r>
              <a:rPr lang="en-GB" b="0" i="0" dirty="0">
                <a:effectLst/>
                <a:latin typeface="SFMono-Regular"/>
              </a:rPr>
              <a:t> sequence. This made the survivor stuck infinitely. Now a Stuck Check is added with an interval that marks the investigated house as visited and moves on.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699</Words>
  <Application>Microsoft Office PowerPoint</Application>
  <PresentationFormat>Widescreen</PresentationFormat>
  <Paragraphs>47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JetBrains Mono</vt:lpstr>
      <vt:lpstr>SFMono-Regular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11</cp:revision>
  <dcterms:created xsi:type="dcterms:W3CDTF">2021-12-17T12:45:32Z</dcterms:created>
  <dcterms:modified xsi:type="dcterms:W3CDTF">2026-06-02T13:21:08Z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