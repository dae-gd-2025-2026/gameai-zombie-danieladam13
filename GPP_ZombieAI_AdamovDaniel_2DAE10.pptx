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258118" y="2780021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FF6DB-97B2-25A0-EC65-E01180646B8A}"/>
              </a:ext>
            </a:extLst>
          </p:cNvPr>
          <p:cNvSpPr txBox="1"/>
          <p:nvPr/>
        </p:nvSpPr>
        <p:spPr>
          <a:xfrm>
            <a:off x="81316" y="2989118"/>
            <a:ext cx="61768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Combat vs Flee:</a:t>
            </a:r>
            <a:br>
              <a:rPr lang="en-GB" dirty="0">
                <a:latin typeface="JetBrains Mono"/>
              </a:rPr>
            </a:br>
            <a:r>
              <a:rPr lang="en-GB" dirty="0">
                <a:latin typeface="JetBrains Mono"/>
              </a:rPr>
              <a:t>By storing new Threat connected data such as speed and near count, a Should Flee flag is set which is checked once Combat or Flee tasks are entered.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The should flee conditions are: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1. No weapon / no ammo on weapon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2. Health too low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3. Too many Threats nearby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4. Heavy zombie as Threat Actor - not worth fighting</a:t>
            </a:r>
            <a:endParaRPr lang="en-GB" sz="1800" dirty="0"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294572" y="3185782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5864834" y="2192071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D2D738-227C-D386-FA63-98BE1429A5C7}"/>
              </a:ext>
            </a:extLst>
          </p:cNvPr>
          <p:cNvSpPr txBox="1"/>
          <p:nvPr/>
        </p:nvSpPr>
        <p:spPr>
          <a:xfrm>
            <a:off x="6211309" y="3647447"/>
            <a:ext cx="634859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Fleeing is interesting – at first, I thought reusing Evade</a:t>
            </a:r>
          </a:p>
          <a:p>
            <a:r>
              <a:rPr lang="en-GB" dirty="0"/>
              <a:t>would be perfect for this situation but then I came to the </a:t>
            </a:r>
          </a:p>
          <a:p>
            <a:r>
              <a:rPr lang="en-GB" dirty="0"/>
              <a:t>idea that Evade does not care about walls or generation.</a:t>
            </a:r>
          </a:p>
          <a:p>
            <a:r>
              <a:rPr lang="en-GB" dirty="0"/>
              <a:t>That’s why I decided to make a dedicated Find Flee Location </a:t>
            </a:r>
          </a:p>
          <a:p>
            <a:r>
              <a:rPr lang="en-GB" dirty="0"/>
              <a:t>task which calculates the “Best” position to move to when fleeing</a:t>
            </a:r>
          </a:p>
          <a:p>
            <a:r>
              <a:rPr lang="en-GB" dirty="0"/>
              <a:t>while taking into account walls and best direction.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E9DE7-70A5-4C67-698F-CF84ED2D8581}"/>
              </a:ext>
            </a:extLst>
          </p:cNvPr>
          <p:cNvSpPr txBox="1"/>
          <p:nvPr/>
        </p:nvSpPr>
        <p:spPr>
          <a:xfrm>
            <a:off x="0" y="4033684"/>
            <a:ext cx="74174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Interesting decision:</a:t>
            </a:r>
          </a:p>
          <a:p>
            <a:r>
              <a:rPr lang="" dirty="0"/>
              <a:t>FSMInstance-&gt;AddTransition( Engage, Reposition, </a:t>
            </a:r>
            <a:br>
              <a:rPr lang="" dirty="0"/>
            </a:br>
            <a:r>
              <a:rPr lang="" dirty="0"/>
              <a:t>    [DistanceToThreat, MinDist, ThreatSpeed, MySpeed]()</a:t>
            </a:r>
            <a:br>
              <a:rPr lang="" dirty="0"/>
            </a:br>
            <a:r>
              <a:rPr lang="" dirty="0"/>
              <a:t>    {</a:t>
            </a:r>
            <a:br>
              <a:rPr lang="" dirty="0"/>
            </a:br>
            <a:r>
              <a:rPr lang="" dirty="0"/>
              <a:t>       const bool bTooClose{ DistanceToThreat() &lt; MinDist };</a:t>
            </a:r>
            <a:br>
              <a:rPr lang="" dirty="0"/>
            </a:br>
            <a:r>
              <a:rPr lang="" dirty="0"/>
              <a:t>       const bool bCanOutrun{ ThreatSpeed &gt; 0.f &amp;&amp; ThreatSpeed &lt; MySpeed };</a:t>
            </a:r>
            <a:br>
              <a:rPr lang="" dirty="0"/>
            </a:br>
            <a:r>
              <a:rPr lang="" dirty="0"/>
              <a:t>       return bTooClose &amp;&amp; bCanOutrun;</a:t>
            </a:r>
            <a:br>
              <a:rPr lang="" dirty="0"/>
            </a:br>
            <a:r>
              <a:rPr lang="" dirty="0"/>
              <a:t>    } );</a:t>
            </a:r>
          </a:p>
          <a:p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20100-5887-E769-4B84-1FCE3FDDB544}"/>
              </a:ext>
            </a:extLst>
          </p:cNvPr>
          <p:cNvSpPr txBox="1"/>
          <p:nvPr/>
        </p:nvSpPr>
        <p:spPr>
          <a:xfrm>
            <a:off x="5866888" y="5633714"/>
            <a:ext cx="6186008" cy="121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Engage -&gt; Reposition, see if distance is too low.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EXCEPTION: even if distance is low, when facing a Runner, don't transition to Reposition =&gt; stay Fight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=&gt; If can't outrun even when fleeing -&gt; fight</a:t>
            </a:r>
            <a:endParaRPr lang="" sz="1800" dirty="0">
              <a:solidFill>
                <a:srgbClr val="D0D0D0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946</Words>
  <Application>Microsoft Office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16</cp:revision>
  <dcterms:created xsi:type="dcterms:W3CDTF">2021-12-17T12:45:32Z</dcterms:created>
  <dcterms:modified xsi:type="dcterms:W3CDTF">2026-06-05T10:08:34Z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