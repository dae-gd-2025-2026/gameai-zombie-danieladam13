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06/01/2026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Delete all comments after reading</a:t>
            </a: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You are not allowed to add more slides to this presentation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Enemy handling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FA1107-B0DD-445B-EB4B-A1EF37F4EB91}"/>
              </a:ext>
            </a:extLst>
          </p:cNvPr>
          <p:cNvSpPr txBox="1"/>
          <p:nvPr/>
        </p:nvSpPr>
        <p:spPr>
          <a:xfrm>
            <a:off x="730293" y="3479630"/>
            <a:ext cx="8665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Weapons fire along the forward vector, zombies need to be “faced” so we use the FACE steering Behaviour.</a:t>
            </a:r>
          </a:p>
          <a:p>
            <a:r>
              <a:rPr lang="en-GB" dirty="0"/>
              <a:t>Evade/Flee will also be useful for close range kiting.</a:t>
            </a: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564C4A-320B-31A3-68E5-3844BD49CF61}"/>
              </a:ext>
            </a:extLst>
          </p:cNvPr>
          <p:cNvSpPr txBox="1"/>
          <p:nvPr/>
        </p:nvSpPr>
        <p:spPr>
          <a:xfrm>
            <a:off x="1219712" y="4828296"/>
            <a:ext cx="60970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FSM is the perfect fit for Aim and Fire + back off when cornered + re-aim when zombie moves combat logic!</a:t>
            </a:r>
            <a:endParaRPr lang="LID4096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EE9F25-7D4F-5BED-CF2E-916834DA9E2F}"/>
              </a:ext>
            </a:extLst>
          </p:cNvPr>
          <p:cNvSpPr txBox="1"/>
          <p:nvPr/>
        </p:nvSpPr>
        <p:spPr>
          <a:xfrm>
            <a:off x="5736480" y="21139"/>
            <a:ext cx="609702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FSM Instance is Built and Started in the Task Enter.</a:t>
            </a:r>
          </a:p>
          <a:p>
            <a:r>
              <a:rPr lang="LID4096" dirty="0"/>
              <a:t>FSM Instance is Ticked in Task Tick.</a:t>
            </a:r>
          </a:p>
          <a:p>
            <a:r>
              <a:rPr lang="LID4096" dirty="0"/>
              <a:t>FSM Instance is stopped in Task Abort and Task End.</a:t>
            </a:r>
          </a:p>
          <a:p>
            <a:r>
              <a:rPr lang="LID4096" dirty="0"/>
              <a:t>-------------------------------------</a:t>
            </a:r>
          </a:p>
          <a:p>
            <a:r>
              <a:rPr lang="LID4096" dirty="0"/>
              <a:t>Combat States are assigned Transitions which constantly check the distance between Survivor and Threat. </a:t>
            </a:r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Inventory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3805A-2830-C83A-A80B-D09BE1850F09}"/>
              </a:ext>
            </a:extLst>
          </p:cNvPr>
          <p:cNvSpPr txBox="1"/>
          <p:nvPr/>
        </p:nvSpPr>
        <p:spPr>
          <a:xfrm>
            <a:off x="102794" y="2664673"/>
            <a:ext cx="60970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AActor</a:t>
            </a:r>
            <a:r>
              <a:rPr lang="en-GB" sz="1800" dirty="0"/>
              <a:t>* </a:t>
            </a:r>
            <a:r>
              <a:rPr lang="en-GB" sz="1800" dirty="0" err="1"/>
              <a:t>SelectTargetItem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;</a:t>
            </a:r>
          </a:p>
          <a:p>
            <a:r>
              <a:rPr lang="en-GB" sz="1800" dirty="0"/>
              <a:t>int32 </a:t>
            </a:r>
            <a:r>
              <a:rPr lang="en-GB" sz="1800" dirty="0" err="1"/>
              <a:t>GetItemPriority</a:t>
            </a:r>
            <a:r>
              <a:rPr lang="en-GB" sz="1800" dirty="0"/>
              <a:t>(</a:t>
            </a:r>
            <a:r>
              <a:rPr lang="en-GB" sz="1800" dirty="0" err="1"/>
              <a:t>EItemType</a:t>
            </a:r>
            <a:r>
              <a:rPr lang="en-GB" sz="1800" dirty="0"/>
              <a:t> ItemType, int32 Value) </a:t>
            </a:r>
            <a:r>
              <a:rPr lang="en-GB" sz="1800" dirty="0" err="1"/>
              <a:t>const</a:t>
            </a:r>
            <a:r>
              <a:rPr lang="en-GB" sz="1800" dirty="0"/>
              <a:t>; </a:t>
            </a:r>
            <a:br>
              <a:rPr lang="en-GB" sz="1800" i="1" dirty="0"/>
            </a:br>
            <a:r>
              <a:rPr lang="en-GB" sz="1800" dirty="0"/>
              <a:t>bool </a:t>
            </a:r>
            <a:r>
              <a:rPr lang="en-GB" sz="1800" dirty="0" err="1"/>
              <a:t>HasUsableWeapon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 </a:t>
            </a:r>
            <a:r>
              <a:rPr lang="en-GB" sz="1800" dirty="0" err="1"/>
              <a:t>noexcept</a:t>
            </a:r>
            <a:r>
              <a:rPr lang="en-GB" sz="1800" dirty="0"/>
              <a:t>;</a:t>
            </a:r>
            <a:br>
              <a:rPr lang="en-GB" sz="1800" i="1" dirty="0"/>
            </a:br>
            <a:endParaRPr lang="LID4096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A5084E-9CF4-3942-9685-4BF7B41998B1}"/>
              </a:ext>
            </a:extLst>
          </p:cNvPr>
          <p:cNvSpPr txBox="1"/>
          <p:nvPr/>
        </p:nvSpPr>
        <p:spPr>
          <a:xfrm>
            <a:off x="6350171" y="3209605"/>
            <a:ext cx="609702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latin typeface="JetBrains Mono"/>
              </a:rPr>
              <a:t>Memory c</a:t>
            </a:r>
            <a:r>
              <a:rPr lang="en-GB" sz="1800" dirty="0">
                <a:effectLst/>
                <a:latin typeface="JetBrains Mono"/>
              </a:rPr>
              <a:t>ompared to Zombies:</a:t>
            </a:r>
          </a:p>
          <a:p>
            <a:pPr>
              <a:buNone/>
            </a:pPr>
            <a:r>
              <a:rPr lang="en-GB" sz="1800" dirty="0" err="1">
                <a:effectLst/>
                <a:latin typeface="JetBrains Mono"/>
              </a:rPr>
              <a:t>Items.RemoveAll</a:t>
            </a:r>
            <a:r>
              <a:rPr lang="en-GB" sz="1800" dirty="0">
                <a:effectLst/>
                <a:latin typeface="JetBrains Mono"/>
              </a:rPr>
              <a:t>( [](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FPerceivedItem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</a:t>
            </a:r>
            <a:r>
              <a:rPr lang="en-GB" sz="1800" dirty="0" err="1">
                <a:effectLst/>
                <a:latin typeface="JetBrains Mono"/>
              </a:rPr>
              <a:t>R.Actor</a:t>
            </a:r>
            <a:r>
              <a:rPr lang="en-GB" sz="1800" dirty="0">
                <a:effectLst/>
                <a:latin typeface="JetBrains Mono"/>
              </a:rPr>
              <a:t>-&gt;</a:t>
            </a:r>
            <a:r>
              <a:rPr lang="en-GB" sz="1800" dirty="0" err="1">
                <a:effectLst/>
                <a:latin typeface="JetBrains Mono"/>
              </a:rPr>
              <a:t>IsHidden</a:t>
            </a:r>
            <a:r>
              <a:rPr lang="en-GB" sz="1800" dirty="0">
                <a:effectLst/>
                <a:latin typeface="JetBrains Mono"/>
              </a:rPr>
              <a:t>();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 err="1">
                <a:effectLst/>
                <a:latin typeface="JetBrains Mono"/>
              </a:rPr>
              <a:t>Zombies.RemoveAll</a:t>
            </a:r>
            <a:r>
              <a:rPr lang="en-GB" sz="1800" dirty="0">
                <a:effectLst/>
                <a:latin typeface="JetBrains Mono"/>
              </a:rPr>
              <a:t>([&amp;](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FPerceivedActor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(!</a:t>
            </a:r>
            <a:r>
              <a:rPr lang="en-GB" sz="1800" dirty="0" err="1">
                <a:effectLst/>
                <a:latin typeface="JetBrains Mono"/>
              </a:rPr>
              <a:t>R.bIsVisible</a:t>
            </a:r>
            <a:r>
              <a:rPr lang="en-GB" sz="1800" dirty="0">
                <a:effectLst/>
                <a:latin typeface="JetBrains Mono"/>
              </a:rPr>
              <a:t> &amp;&amp; (</a:t>
            </a:r>
            <a:r>
              <a:rPr lang="en-GB" sz="1800" dirty="0" err="1">
                <a:effectLst/>
                <a:latin typeface="JetBrains Mono"/>
              </a:rPr>
              <a:t>TimeNow</a:t>
            </a:r>
            <a:r>
              <a:rPr lang="en-GB" sz="1800" dirty="0">
                <a:effectLst/>
                <a:latin typeface="JetBrains Mono"/>
              </a:rPr>
              <a:t> - </a:t>
            </a:r>
            <a:r>
              <a:rPr lang="en-GB" sz="1800" dirty="0" err="1">
                <a:effectLst/>
                <a:latin typeface="JetBrains Mono"/>
              </a:rPr>
              <a:t>R.LastSeenTime</a:t>
            </a:r>
            <a:r>
              <a:rPr lang="en-GB" sz="1800" dirty="0">
                <a:effectLst/>
                <a:latin typeface="JetBrains Mono"/>
              </a:rPr>
              <a:t>) &gt; </a:t>
            </a:r>
            <a:r>
              <a:rPr lang="en-GB" sz="1800" dirty="0" err="1">
                <a:effectLst/>
                <a:latin typeface="JetBrains Mono"/>
              </a:rPr>
              <a:t>ThreatMemoryDuration</a:t>
            </a:r>
            <a:r>
              <a:rPr lang="en-GB" sz="1800" dirty="0">
                <a:effectLst/>
                <a:latin typeface="JetBrains Mono"/>
              </a:rPr>
              <a:t>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1600" b="1" dirty="0"/>
              <a:t>I decided to first name the least-urgent task Exploration. After thinking deeper, I thought that Discover would be a better name since the survivor starts with 0 memory – it knows of 0 houses. So, it starts trying to DISCOVER houses which they can then explore.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Perception – produces knowledge/memory of surroundings. When the Survivor doesn’t look at something, some data is still kept in the BB – </a:t>
            </a:r>
            <a:r>
              <a:rPr lang="en-US" sz="1600" b="1" dirty="0" err="1"/>
              <a:t>ThreatActor</a:t>
            </a:r>
            <a:r>
              <a:rPr lang="en-US" sz="1600" b="1" dirty="0"/>
              <a:t>, </a:t>
            </a:r>
            <a:r>
              <a:rPr lang="en-US" sz="1600" b="1" dirty="0" err="1"/>
              <a:t>TargetItem</a:t>
            </a:r>
            <a:r>
              <a:rPr lang="en-US" sz="1600" b="1" dirty="0"/>
              <a:t>, </a:t>
            </a:r>
            <a:r>
              <a:rPr lang="en-US" sz="1600" b="1" dirty="0" err="1"/>
              <a:t>KnownHouseTarget</a:t>
            </a:r>
            <a:r>
              <a:rPr lang="en-US" sz="1600" b="1" dirty="0"/>
              <a:t>. The BT then decides what do with this information.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GB" sz="1600" b="1" dirty="0"/>
              <a:t>Implemented the alternative for Handle Sight - Handle Damage:</a:t>
            </a:r>
          </a:p>
          <a:p>
            <a:pPr marL="0" indent="0">
              <a:buNone/>
            </a:pPr>
            <a:r>
              <a:rPr lang="en-GB" sz="1600" b="1" dirty="0"/>
              <a:t>since only zombies can damage survivor, simply record and/or add the Zombie in the memory array.</a:t>
            </a:r>
          </a:p>
          <a:p>
            <a:pPr marL="0" indent="0">
              <a:buNone/>
            </a:pPr>
            <a:r>
              <a:rPr lang="en-GB" sz="1600" b="1" dirty="0"/>
              <a:t>-------------------------------------</a:t>
            </a:r>
          </a:p>
          <a:p>
            <a:pPr marL="0" indent="0">
              <a:buNone/>
            </a:pPr>
            <a:r>
              <a:rPr lang="en-GB" sz="1600" b="1" dirty="0"/>
              <a:t>Refresh World Memory is currently being called in an interval using a timer. </a:t>
            </a:r>
          </a:p>
          <a:p>
            <a:pPr marL="0" indent="0">
              <a:buNone/>
            </a:pPr>
            <a:r>
              <a:rPr lang="en-GB" sz="1600" b="1" dirty="0"/>
              <a:t>The logic itself is:</a:t>
            </a:r>
          </a:p>
          <a:p>
            <a:pPr marL="0" indent="0">
              <a:buNone/>
            </a:pPr>
            <a:r>
              <a:rPr lang="en-GB" sz="1600" b="1" dirty="0"/>
              <a:t>1. Remove old/stagnant memory for zombies, items and houses</a:t>
            </a:r>
          </a:p>
          <a:p>
            <a:pPr marL="0" indent="0">
              <a:buNone/>
            </a:pPr>
            <a:r>
              <a:rPr lang="en-GB" sz="1600" b="1" dirty="0"/>
              <a:t>2. Update Houses visited flag</a:t>
            </a:r>
          </a:p>
          <a:p>
            <a:pPr marL="0" indent="0">
              <a:buNone/>
            </a:pPr>
            <a:r>
              <a:rPr lang="en-GB" sz="1600" b="1" dirty="0"/>
              <a:t>3. Write to Blackboard</a:t>
            </a:r>
            <a:endParaRPr lang="en-US" sz="1600" b="1" dirty="0"/>
          </a:p>
          <a:p>
            <a:pPr marL="0" indent="0">
              <a:buNone/>
            </a:pP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3C08B-A0CE-CE58-9502-6C506F51C298}"/>
              </a:ext>
            </a:extLst>
          </p:cNvPr>
          <p:cNvSpPr txBox="1"/>
          <p:nvPr/>
        </p:nvSpPr>
        <p:spPr>
          <a:xfrm>
            <a:off x="7990261" y="595281"/>
            <a:ext cx="31666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// ----- Hardest Logic of the class -----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SelectThreat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 </a:t>
            </a:r>
          </a:p>
          <a:p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SelectTargetItem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SelectHouseTarget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endParaRPr lang="LID4096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87ED8C-910F-DA03-47CA-72F93D9CBA04}"/>
              </a:ext>
            </a:extLst>
          </p:cNvPr>
          <p:cNvSpPr txBox="1"/>
          <p:nvPr/>
        </p:nvSpPr>
        <p:spPr>
          <a:xfrm>
            <a:off x="5724206" y="4834572"/>
            <a:ext cx="60970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effectLst/>
                <a:latin typeface="SFMono-Regular"/>
              </a:rPr>
              <a:t>The survivor would often get stuck in the visited house range AFTER </a:t>
            </a:r>
            <a:r>
              <a:rPr lang="en-GB" b="0" i="0" dirty="0" err="1">
                <a:effectLst/>
                <a:latin typeface="SFMono-Regular"/>
              </a:rPr>
              <a:t>MoveTo</a:t>
            </a:r>
            <a:r>
              <a:rPr lang="en-GB" b="0" i="0" dirty="0">
                <a:effectLst/>
                <a:latin typeface="SFMono-Regular"/>
              </a:rPr>
              <a:t> has already returned succeeded for the </a:t>
            </a:r>
            <a:r>
              <a:rPr lang="en-GB" b="0" i="0" dirty="0" err="1">
                <a:effectLst/>
                <a:latin typeface="SFMono-Regular"/>
              </a:rPr>
              <a:t>InvestigateHouse</a:t>
            </a:r>
            <a:r>
              <a:rPr lang="en-GB" b="0" i="0" dirty="0">
                <a:effectLst/>
                <a:latin typeface="SFMono-Regular"/>
              </a:rPr>
              <a:t> sequence. This made the survivor stuck infinitely. Now a Stuck Check is added with an interval that marks the investigated house as visited and moves on.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599</Words>
  <Application>Microsoft Office PowerPoint</Application>
  <PresentationFormat>Widescreen</PresentationFormat>
  <Paragraphs>46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JetBrains Mono</vt:lpstr>
      <vt:lpstr>SFMono-Regular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Daniel Adamov</cp:lastModifiedBy>
  <cp:revision>9</cp:revision>
  <dcterms:created xsi:type="dcterms:W3CDTF">2021-12-17T12:45:32Z</dcterms:created>
  <dcterms:modified xsi:type="dcterms:W3CDTF">2026-06-01T15:56:40Z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